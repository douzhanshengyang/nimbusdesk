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中文演示：桌面工作台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正文索引与拼音搜索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